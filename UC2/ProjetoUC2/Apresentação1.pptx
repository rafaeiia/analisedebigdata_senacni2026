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FEA"/>
    <a:srgbClr val="1A73E8"/>
    <a:srgbClr val="717F97"/>
    <a:srgbClr val="A0A7B6"/>
    <a:srgbClr val="282C34"/>
    <a:srgbClr val="414A59"/>
    <a:srgbClr val="1E22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9AEFB-FE33-5148-AF65-F8F6F5D9F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8C17E8-1D4E-4367-CF81-1E387B27F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F911C3-A09B-16BB-8CC1-81D0D179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93C2AD-3A2B-F1D7-6164-7F68592C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BFDB76-1C02-E60B-5DB8-093E168F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050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D5C6D-BB28-CAE9-6AEB-D59F47E7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F2FA3-44C2-595E-5943-3C9E7588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3C16C3-9D15-17D7-2FC2-5A2233CD3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6E25C2-A8EC-D71D-E4F7-9BA09AE1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9FE806-7EFA-96EB-FC10-5CAAA936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60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ED064-938E-13F7-ADAA-A5E06425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807835-5230-725A-8426-06CDE4ED6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1ACB96-5E52-BFBC-E6B6-DE2301701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1A6366-4FCE-3185-C833-614B2538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8D4579-2AE8-7ECB-25E7-531ECF07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93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0D328-EC16-8D71-8470-169D771B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6C1CD0-538D-B46D-7063-2BA691EA2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4F02A1-D45B-6125-CDFB-7BDC0B256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D379E8-AFDE-50DE-E4EC-12EBCEF9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EA6474-3B6C-8FDF-7FEA-B2054121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626498-DEC1-D2DE-E9D6-E8A9DDB9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12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34D22-D013-FF56-43E3-FFA51657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7D961A-9BC2-E2A6-226F-9740221CF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A922C1-9BC6-85D9-B37C-00FF4E7D6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EE3B56-9BA5-F9FD-E05E-D61D81D3FF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05F6BD-40EF-9130-3971-4DB2BB443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A0E51C-4312-54DB-08CD-2EED7A84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346B879-8D5E-67FD-622F-06217AEB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46C1CE-F6CE-037F-82A2-3111A973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21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7E0EE-79C1-CC46-04C9-D92E755BB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0AC4BA-334F-9C74-C742-FE54562B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E1368E-5BA4-8AA0-FF96-D6730AA4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750BCC-838B-DA55-7286-2667CEEA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87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21675B-DD83-91C4-C4A2-2407AE47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44C5DC-8FAF-44AD-DFDC-00220022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1D8786-D159-141F-631B-CB2B3DA0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4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DB085-5D90-76D2-6E0A-69AE4ABB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99BDB6-596D-2DAC-377C-7871CE63F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157B72-0DF6-C919-C1E3-F226C36AF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2C85FA-D7C6-1339-9803-D83C8D7D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4E6F69-E9B3-6C8F-0468-436B8C78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91E6BF-A198-32AD-A7EE-88860B40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41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1C7E2-D599-C9C9-DFA3-8EC4CD09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A1185E-0AF3-F315-F1D6-2B4F05772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22D913-6709-AF49-7386-0A58F7816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6A56A6-D2E8-0927-E64C-CFF36891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48A202-1E93-E641-33BB-34049014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E1CF9F-E5FD-9A64-F06B-227F06BC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275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70293-326F-236F-3034-2B180699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A7E16B-7145-78FA-D5DC-DBE7811B5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0CE329-B2FC-C174-76F8-AB399938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B37968-4704-FBCF-0F9A-973E9B5E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826D69-BDFF-1C0B-C0CF-DB3BEEDA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52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A38FAD-FC66-CFE1-C710-29E721769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BE0F41-7D61-AB0E-7CA1-4E5E0B0CB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DF5AD-F8CE-DD5B-BDEE-AD300685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68ED5-79DE-125B-1051-E86289605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E563C7-BBFA-531C-DB87-DFC4A342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10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CA3101-D5A7-E377-025B-A0ED60FC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2708F6-2E41-325B-8A6E-6024F2CA6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664132-9882-F36B-5AE8-8F1B0280F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47399-4128-487F-AC9E-D74ED13DF7E7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96968A-6338-4A70-FB32-40C40696A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C82FC7-C623-C030-AA6A-39D47DBC0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2F710-4405-4677-86DE-EDB43117D9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228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36C9EEB-085C-691E-9C47-D06AF8C48F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17F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094772B-D2FC-F368-F01B-306037A573A7}"/>
              </a:ext>
            </a:extLst>
          </p:cNvPr>
          <p:cNvSpPr/>
          <p:nvPr/>
        </p:nvSpPr>
        <p:spPr>
          <a:xfrm>
            <a:off x="-20548" y="0"/>
            <a:ext cx="12192000" cy="616449"/>
          </a:xfrm>
          <a:prstGeom prst="roundRect">
            <a:avLst>
              <a:gd name="adj" fmla="val 0"/>
            </a:avLst>
          </a:prstGeom>
          <a:solidFill>
            <a:srgbClr val="A0A7B6"/>
          </a:solidFill>
          <a:ln w="76200">
            <a:solidFill>
              <a:srgbClr val="2E7FEA">
                <a:alpha val="10196"/>
              </a:srgb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innerShdw blurRad="63500" dist="50800" dir="13500000">
              <a:prstClr val="black">
                <a:alpha val="50000"/>
              </a:prstClr>
            </a:inn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7FAD225-6C94-1991-852A-870F551EFA79}"/>
              </a:ext>
            </a:extLst>
          </p:cNvPr>
          <p:cNvSpPr/>
          <p:nvPr/>
        </p:nvSpPr>
        <p:spPr>
          <a:xfrm>
            <a:off x="279114" y="763709"/>
            <a:ext cx="3678147" cy="1008581"/>
          </a:xfrm>
          <a:prstGeom prst="roundRect">
            <a:avLst/>
          </a:prstGeom>
          <a:solidFill>
            <a:srgbClr val="A0A7B6"/>
          </a:solidFill>
          <a:ln w="76200">
            <a:solidFill>
              <a:srgbClr val="2E7FEA">
                <a:alpha val="10196"/>
              </a:srgb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innerShdw blurRad="63500" dist="50800" dir="13500000">
              <a:prstClr val="black">
                <a:alpha val="50000"/>
              </a:prstClr>
            </a:inn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882BB6C-F0DB-6227-09AD-9375E2097A8C}"/>
              </a:ext>
            </a:extLst>
          </p:cNvPr>
          <p:cNvSpPr/>
          <p:nvPr/>
        </p:nvSpPr>
        <p:spPr>
          <a:xfrm>
            <a:off x="82194" y="1880171"/>
            <a:ext cx="5931614" cy="4736386"/>
          </a:xfrm>
          <a:prstGeom prst="roundRect">
            <a:avLst>
              <a:gd name="adj" fmla="val 6383"/>
            </a:avLst>
          </a:prstGeom>
          <a:solidFill>
            <a:srgbClr val="A0A7B6"/>
          </a:solidFill>
          <a:ln w="76200">
            <a:solidFill>
              <a:srgbClr val="2E7FEA">
                <a:alpha val="10196"/>
              </a:srgb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innerShdw blurRad="63500" dist="50800" dir="13500000">
              <a:prstClr val="black">
                <a:alpha val="50000"/>
              </a:prstClr>
            </a:inn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E02D652-F192-C2CD-25F8-AF68762240D1}"/>
              </a:ext>
            </a:extLst>
          </p:cNvPr>
          <p:cNvSpPr/>
          <p:nvPr/>
        </p:nvSpPr>
        <p:spPr>
          <a:xfrm>
            <a:off x="6178194" y="1880171"/>
            <a:ext cx="5931614" cy="4736386"/>
          </a:xfrm>
          <a:prstGeom prst="roundRect">
            <a:avLst>
              <a:gd name="adj" fmla="val 6383"/>
            </a:avLst>
          </a:prstGeom>
          <a:solidFill>
            <a:srgbClr val="A0A7B6"/>
          </a:solidFill>
          <a:ln w="76200">
            <a:solidFill>
              <a:srgbClr val="2E7FEA">
                <a:alpha val="10196"/>
              </a:srgb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innerShdw blurRad="63500" dist="50800" dir="13500000">
              <a:prstClr val="black">
                <a:alpha val="50000"/>
              </a:prstClr>
            </a:inn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1530578-667F-9116-FDD5-BF81E743145A}"/>
              </a:ext>
            </a:extLst>
          </p:cNvPr>
          <p:cNvSpPr/>
          <p:nvPr/>
        </p:nvSpPr>
        <p:spPr>
          <a:xfrm>
            <a:off x="4246651" y="763710"/>
            <a:ext cx="3678147" cy="1008581"/>
          </a:xfrm>
          <a:prstGeom prst="roundRect">
            <a:avLst/>
          </a:prstGeom>
          <a:solidFill>
            <a:srgbClr val="A0A7B6"/>
          </a:solidFill>
          <a:ln w="76200">
            <a:solidFill>
              <a:srgbClr val="2E7FEA">
                <a:alpha val="10196"/>
              </a:srgb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innerShdw blurRad="63500" dist="50800" dir="13500000">
              <a:prstClr val="black">
                <a:alpha val="50000"/>
              </a:prstClr>
            </a:inn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7889D22-D0F4-B393-7A70-27CA7BBEFE03}"/>
              </a:ext>
            </a:extLst>
          </p:cNvPr>
          <p:cNvSpPr/>
          <p:nvPr/>
        </p:nvSpPr>
        <p:spPr>
          <a:xfrm>
            <a:off x="8214188" y="763709"/>
            <a:ext cx="3678147" cy="1008581"/>
          </a:xfrm>
          <a:prstGeom prst="roundRect">
            <a:avLst/>
          </a:prstGeom>
          <a:solidFill>
            <a:srgbClr val="A0A7B6"/>
          </a:solidFill>
          <a:ln w="76200">
            <a:solidFill>
              <a:srgbClr val="2E7FEA">
                <a:alpha val="10196"/>
              </a:srgb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innerShdw blurRad="63500" dist="50800" dir="13500000">
              <a:prstClr val="black">
                <a:alpha val="50000"/>
              </a:prstClr>
            </a:inn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6420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Almeida, Rafaella</dc:creator>
  <cp:lastModifiedBy>de Almeida, Rafaella</cp:lastModifiedBy>
  <cp:revision>1</cp:revision>
  <dcterms:created xsi:type="dcterms:W3CDTF">2026-05-18T17:46:39Z</dcterms:created>
  <dcterms:modified xsi:type="dcterms:W3CDTF">2026-05-18T18:01:44Z</dcterms:modified>
</cp:coreProperties>
</file>